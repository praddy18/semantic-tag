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DA0EC-CD95-4F9E-8367-41B9DC818763}" v="632" dt="2021-07-29T07:04:22.509"/>
    <p1510:client id="{918E6DA5-C1DE-4E53-B52F-0FBEC075A462}" v="1432" dt="2021-07-28T20:43:18.663"/>
    <p1510:client id="{FB623792-8635-40CD-84D9-4E5785ADFFC0}" v="38" dt="2021-07-28T19:15:16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849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44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7/28/2021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49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09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37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44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545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31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68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69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24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7/28/2021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953918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52" r:id="rId5"/>
    <p:sldLayoutId id="2147483757" r:id="rId6"/>
    <p:sldLayoutId id="2147483753" r:id="rId7"/>
    <p:sldLayoutId id="2147483754" r:id="rId8"/>
    <p:sldLayoutId id="2147483755" r:id="rId9"/>
    <p:sldLayoutId id="2147483756" r:id="rId10"/>
    <p:sldLayoutId id="21474837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9B5A19-3592-48E2-BC31-90E092BD6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2548C40-4C00-4E91-BFA6-84B4D662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EE6BCA-C84E-4BED-B084-F599F7EE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4695526-4BAA-4EFE-91C1-1E446117C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0DF9B86-7987-40DC-85D6-479F5A2E8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5465368-1AF5-43D6-BAD2-6BE8B04D9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EB28D27-BDED-4D8C-94FC-58E9323571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AC833D-449C-45F4-9851-216F3681F2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9528AAE-A1EB-446C-81BE-BA5E4490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F7C0F2C-B581-402B-B4C4-6DFB71314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56A6B0D-707F-420B-BF4D-2CB60CCCA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8B7A59E-D61A-4BEB-A38A-1E8E5EBB8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D99E1B6-CBC4-4306-9DFC-847D6D135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37000">
                <a:schemeClr val="bg2">
                  <a:alpha val="4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000" y="540000"/>
            <a:ext cx="4500561" cy="4259814"/>
          </a:xfrm>
        </p:spPr>
        <p:txBody>
          <a:bodyPr>
            <a:normAutofit/>
          </a:bodyPr>
          <a:lstStyle/>
          <a:p>
            <a:r>
              <a:rPr lang="en-US" u="sng" dirty="0"/>
              <a:t>HTML</a:t>
            </a:r>
            <a:br>
              <a:rPr lang="en-US" u="sng" dirty="0"/>
            </a:br>
            <a:r>
              <a:rPr lang="en-US" u="sng" dirty="0"/>
              <a:t>semantic tags</a:t>
            </a:r>
          </a:p>
        </p:txBody>
      </p:sp>
      <p:pic>
        <p:nvPicPr>
          <p:cNvPr id="4" name="Picture 3" descr="Green leaf with dew on a dark nature background">
            <a:extLst>
              <a:ext uri="{FF2B5EF4-FFF2-40B4-BE49-F238E27FC236}">
                <a16:creationId xmlns:a16="http://schemas.microsoft.com/office/drawing/2014/main" id="{9962D099-943B-48B5-BEA6-B7416F4DE0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41" r="25788" b="-3"/>
          <a:stretch/>
        </p:blipFill>
        <p:spPr>
          <a:xfrm>
            <a:off x="5747424" y="10"/>
            <a:ext cx="6444576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959565-7438-4761-B49A-CE51E09FEF02}"/>
              </a:ext>
            </a:extLst>
          </p:cNvPr>
          <p:cNvSpPr txBox="1"/>
          <p:nvPr/>
        </p:nvSpPr>
        <p:spPr>
          <a:xfrm>
            <a:off x="304800" y="5086350"/>
            <a:ext cx="516255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i="1" dirty="0"/>
              <a:t>In this presentation we will learn about some semantic tags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EB1B8-9FDE-474F-8264-093155266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486932" cy="6208299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ea typeface="+mj-lt"/>
                <a:cs typeface="+mj-lt"/>
              </a:rPr>
              <a:t> In HTML some semantic elements are used to define different parts web page we will learn about that.</a:t>
            </a:r>
            <a:br>
              <a:rPr lang="en-US" sz="4000" dirty="0"/>
            </a:br>
            <a:r>
              <a:rPr lang="en-US" sz="4000" dirty="0"/>
              <a:t> </a:t>
            </a:r>
            <a:br>
              <a:rPr lang="en-US" sz="4000" dirty="0"/>
            </a:br>
            <a:r>
              <a:rPr lang="en-US" sz="4000" dirty="0"/>
              <a:t> 1.Nav: It specifies a container for navigation links.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example:</a:t>
            </a:r>
            <a:br>
              <a:rPr lang="en-US" sz="4000" dirty="0"/>
            </a:br>
            <a:r>
              <a:rPr lang="en-US" sz="4000" dirty="0"/>
              <a:t>&lt;nav&gt;</a:t>
            </a:r>
            <a:br>
              <a:rPr lang="en-US" sz="4000" dirty="0"/>
            </a:br>
            <a:r>
              <a:rPr lang="en-US" sz="4000" dirty="0"/>
              <a:t>&lt;ul&gt;</a:t>
            </a:r>
            <a:br>
              <a:rPr lang="en-US" sz="4000" dirty="0"/>
            </a:br>
            <a:r>
              <a:rPr lang="en-US" sz="4000" dirty="0"/>
              <a:t>&lt;li&gt;&lt;a </a:t>
            </a:r>
            <a:r>
              <a:rPr lang="en-US" sz="4000" dirty="0" err="1"/>
              <a:t>href</a:t>
            </a:r>
            <a:r>
              <a:rPr lang="en-US" sz="4000" dirty="0"/>
              <a:t>="#"&gt;HTML&lt;/a&gt;&lt;/li&gt;</a:t>
            </a:r>
            <a:br>
              <a:rPr lang="en-US" sz="4000" dirty="0"/>
            </a:br>
            <a:r>
              <a:rPr lang="en-US" sz="4000" dirty="0"/>
              <a:t>&lt;li&gt;&lt;a </a:t>
            </a:r>
            <a:r>
              <a:rPr lang="en-US" sz="4000" dirty="0" err="1"/>
              <a:t>href</a:t>
            </a:r>
            <a:r>
              <a:rPr lang="en-US" sz="4000" dirty="0"/>
              <a:t>="#"&gt;CSS&lt;/a&gt;&lt;/li&gt;</a:t>
            </a:r>
            <a:br>
              <a:rPr lang="en-US" sz="4000" dirty="0"/>
            </a:br>
            <a:r>
              <a:rPr lang="en-US" sz="4000" dirty="0"/>
              <a:t>&lt;/ul&gt;&lt;/nav&gt;</a:t>
            </a:r>
            <a:br>
              <a:rPr lang="en-US" sz="4000" dirty="0"/>
            </a:br>
            <a:endParaRPr lang="en-US" sz="200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0C7C6F1-26E5-4108-A007-B643D179B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921" y="2950988"/>
            <a:ext cx="2667913" cy="86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808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A637A-C980-40D5-A89D-43B331610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br>
              <a:rPr lang="en-US" sz="3600" dirty="0"/>
            </a:br>
            <a:r>
              <a:rPr lang="en-US" sz="3600" dirty="0"/>
              <a:t> 2.Header: </a:t>
            </a:r>
            <a:r>
              <a:rPr lang="en-US" sz="3600" dirty="0">
                <a:ea typeface="+mj-lt"/>
                <a:cs typeface="+mj-lt"/>
              </a:rPr>
              <a:t>It represents a section in a document.</a:t>
            </a:r>
            <a:br>
              <a:rPr lang="en-US" sz="3600" dirty="0">
                <a:ea typeface="+mj-lt"/>
                <a:cs typeface="+mj-lt"/>
              </a:rPr>
            </a:br>
            <a:r>
              <a:rPr lang="en-US" sz="3600" dirty="0"/>
              <a:t>&lt;header&gt;This is a header&lt;/header&gt;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3.Article  : </a:t>
            </a:r>
            <a:r>
              <a:rPr lang="en-US" sz="3600" dirty="0">
                <a:ea typeface="+mj-lt"/>
                <a:cs typeface="+mj-lt"/>
              </a:rPr>
              <a:t>It specifies an independent self-containing article.</a:t>
            </a:r>
            <a:br>
              <a:rPr lang="en-US" sz="3600" dirty="0">
                <a:ea typeface="+mj-lt"/>
                <a:cs typeface="+mj-lt"/>
              </a:rPr>
            </a:br>
            <a:r>
              <a:rPr lang="en-US" sz="3600" dirty="0"/>
              <a:t>&lt;article class= "famous sports"&gt;</a:t>
            </a:r>
            <a:br>
              <a:rPr lang="en-US" sz="3600" dirty="0"/>
            </a:br>
            <a:r>
              <a:rPr lang="en-US" sz="3600" dirty="0"/>
              <a:t>&lt;h1&gt; football is most popular sport&lt;/h1&gt;</a:t>
            </a:r>
            <a:br>
              <a:rPr lang="en-US" sz="3600" dirty="0"/>
            </a:br>
            <a:r>
              <a:rPr lang="en-US" sz="3600" dirty="0"/>
              <a:t>&lt;/article&gt;</a:t>
            </a:r>
            <a:br>
              <a:rPr lang="en-US" sz="3600" dirty="0"/>
            </a:b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27442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646E-0DE7-48B9-9624-FBAB1079A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4. Section:</a:t>
            </a:r>
            <a:r>
              <a:rPr lang="en-US" sz="4400" dirty="0">
                <a:ea typeface="+mj-lt"/>
                <a:cs typeface="+mj-lt"/>
              </a:rPr>
              <a:t> It represents a section in a document.</a:t>
            </a:r>
            <a:br>
              <a:rPr lang="en-US" sz="4400" dirty="0">
                <a:ea typeface="+mj-lt"/>
                <a:cs typeface="+mj-lt"/>
              </a:rPr>
            </a:br>
            <a:r>
              <a:rPr lang="en-US" sz="4400" dirty="0"/>
              <a:t>&lt;section&gt;</a:t>
            </a:r>
            <a:br>
              <a:rPr lang="en-US" sz="4400" dirty="0"/>
            </a:br>
            <a:r>
              <a:rPr lang="en-US" sz="4400" dirty="0"/>
              <a:t>&lt;h1&gt;footballers&lt;/h1&gt;</a:t>
            </a:r>
            <a:br>
              <a:rPr lang="en-US" sz="4400" dirty="0"/>
            </a:br>
            <a:r>
              <a:rPr lang="en-US" sz="4400" dirty="0"/>
              <a:t>&lt;p&gt;Lionel Messi is the best footballer in the world&lt;/p&gt;</a:t>
            </a:r>
            <a:br>
              <a:rPr lang="en-US" sz="4400" dirty="0"/>
            </a:br>
            <a:r>
              <a:rPr lang="en-US" sz="4400" dirty="0"/>
              <a:t>&lt;/section&gt;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642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8FCC7-C733-4D3E-96E4-D09C19F94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5.Footer:</a:t>
            </a:r>
            <a:r>
              <a:rPr lang="en-US" sz="4000" dirty="0">
                <a:ea typeface="+mj-lt"/>
                <a:cs typeface="+mj-lt"/>
              </a:rPr>
              <a:t> It specifies a footer for a section or for a document</a:t>
            </a:r>
            <a:br>
              <a:rPr lang="en-US" sz="4000" dirty="0">
                <a:ea typeface="+mj-lt"/>
                <a:cs typeface="+mj-lt"/>
              </a:rPr>
            </a:br>
            <a:r>
              <a:rPr lang="en-US" sz="4000" dirty="0"/>
              <a:t>&lt;footer&gt;</a:t>
            </a:r>
            <a:br>
              <a:rPr lang="en-US" sz="4000" dirty="0"/>
            </a:br>
            <a:r>
              <a:rPr lang="en-US" sz="4000" dirty="0"/>
              <a:t>&lt;p&gt;Author: Mr. James Shelby&lt;/p&gt;</a:t>
            </a:r>
            <a:br>
              <a:rPr lang="en-US" sz="4000" dirty="0"/>
            </a:br>
            <a:r>
              <a:rPr lang="en-US" sz="4000" dirty="0"/>
              <a:t>&lt;/footer&gt;</a:t>
            </a:r>
            <a:br>
              <a:rPr lang="en-US" sz="4000" dirty="0"/>
            </a:br>
            <a:r>
              <a:rPr lang="en-US" sz="4000" dirty="0"/>
              <a:t>6.Aside:</a:t>
            </a:r>
            <a:r>
              <a:rPr lang="en-US" sz="4000" dirty="0">
                <a:ea typeface="+mj-lt"/>
                <a:cs typeface="+mj-lt"/>
              </a:rPr>
              <a:t>It specifies a tag for content aside from main content (like a sidebar).</a:t>
            </a:r>
            <a:br>
              <a:rPr lang="en-US" sz="4000" dirty="0">
                <a:ea typeface="+mj-lt"/>
                <a:cs typeface="+mj-lt"/>
              </a:rPr>
            </a:br>
            <a:r>
              <a:rPr lang="en-US" sz="4000" dirty="0">
                <a:ea typeface="+mj-lt"/>
                <a:cs typeface="+mj-lt"/>
              </a:rPr>
              <a:t>&lt;aside&gt;</a:t>
            </a:r>
            <a:br>
              <a:rPr lang="en-US" sz="4000" dirty="0">
                <a:ea typeface="+mj-lt"/>
                <a:cs typeface="+mj-lt"/>
              </a:rPr>
            </a:br>
            <a:r>
              <a:rPr lang="en-US" sz="4000" dirty="0"/>
              <a:t>&lt;p&gt; Delhi is the capital of India.&lt;/p&gt;</a:t>
            </a:r>
            <a:br>
              <a:rPr lang="en-US" sz="4000" dirty="0"/>
            </a:br>
            <a:r>
              <a:rPr lang="en-US" sz="4000" dirty="0"/>
              <a:t>&lt;/aside&gt;</a:t>
            </a:r>
          </a:p>
        </p:txBody>
      </p:sp>
    </p:spTree>
    <p:extLst>
      <p:ext uri="{BB962C8B-B14F-4D97-AF65-F5344CB8AC3E}">
        <p14:creationId xmlns:p14="http://schemas.microsoft.com/office/powerpoint/2010/main" val="2202698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5C26A-F562-420D-9857-280BB87A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EXPLAINATION:</a:t>
            </a: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       </a:t>
            </a:r>
          </a:p>
        </p:txBody>
      </p:sp>
      <p:pic>
        <p:nvPicPr>
          <p:cNvPr id="3" name="Picture 3" descr="Table&#10;&#10;Description automatically generated">
            <a:extLst>
              <a:ext uri="{FF2B5EF4-FFF2-40B4-BE49-F238E27FC236}">
                <a16:creationId xmlns:a16="http://schemas.microsoft.com/office/drawing/2014/main" id="{CE4FF10B-3220-4942-8CD0-F3FF84D65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505" y="1417398"/>
            <a:ext cx="4163207" cy="517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20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0BA8D-76BA-4337-AFFE-BE8C93D8D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6092825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Some other semantic tags:</a:t>
            </a:r>
            <a:br>
              <a:rPr lang="en-US" sz="4400" dirty="0"/>
            </a:br>
            <a:r>
              <a:rPr lang="en-US" sz="3600" dirty="0"/>
              <a:t>7. Details: </a:t>
            </a:r>
            <a:r>
              <a:rPr lang="en-US" sz="3600" dirty="0">
                <a:ea typeface="+mj-lt"/>
                <a:cs typeface="+mj-lt"/>
              </a:rPr>
              <a:t>Defines additional details that the user can view or hide.</a:t>
            </a:r>
            <a:br>
              <a:rPr lang="en-US" sz="3600" dirty="0"/>
            </a:br>
            <a:r>
              <a:rPr lang="en-US" sz="3600" dirty="0"/>
              <a:t>8. Summary:</a:t>
            </a:r>
            <a:r>
              <a:rPr lang="en-US" sz="3600" dirty="0">
                <a:ea typeface="+mj-lt"/>
                <a:cs typeface="+mj-lt"/>
              </a:rPr>
              <a:t> Defines a visible heading for a &lt;details&gt; element</a:t>
            </a:r>
            <a:br>
              <a:rPr lang="en-US" sz="3600" dirty="0"/>
            </a:br>
            <a:r>
              <a:rPr lang="en-US" sz="3600" dirty="0"/>
              <a:t>example:</a:t>
            </a:r>
            <a:br>
              <a:rPr lang="en-US" sz="3600" dirty="0"/>
            </a:br>
            <a:r>
              <a:rPr lang="en-US" sz="3600" dirty="0">
                <a:ea typeface="+mj-lt"/>
                <a:cs typeface="+mj-lt"/>
              </a:rPr>
              <a:t>&lt;details&gt;</a:t>
            </a:r>
            <a:endParaRPr lang="en-US" sz="3600" dirty="0"/>
          </a:p>
          <a:p>
            <a:r>
              <a:rPr lang="en-US" sz="3600" dirty="0">
                <a:ea typeface="+mj-lt"/>
                <a:cs typeface="+mj-lt"/>
              </a:rPr>
              <a:t>  &lt;summary&gt;Wrestling&lt;/summary&gt;</a:t>
            </a:r>
            <a:endParaRPr lang="en-US" sz="3600" dirty="0"/>
          </a:p>
          <a:p>
            <a:r>
              <a:rPr lang="en-US" sz="3600" dirty="0">
                <a:ea typeface="+mj-lt"/>
                <a:cs typeface="+mj-lt"/>
              </a:rPr>
              <a:t>  &lt;p&gt;Wrestling is the sport of fighting.&lt;/p&gt;</a:t>
            </a:r>
            <a:br>
              <a:rPr lang="en-US" sz="3600" dirty="0">
                <a:ea typeface="+mj-lt"/>
                <a:cs typeface="+mj-lt"/>
              </a:rPr>
            </a:br>
            <a:r>
              <a:rPr lang="en-US" sz="3600" dirty="0">
                <a:ea typeface="+mj-lt"/>
                <a:cs typeface="+mj-lt"/>
              </a:rPr>
              <a:t>&lt;/details&gt;</a:t>
            </a:r>
            <a:endParaRPr lang="en-US" sz="3600" dirty="0"/>
          </a:p>
          <a:p>
            <a:r>
              <a:rPr lang="en-US" sz="3200" dirty="0"/>
              <a:t>9. Mark: This tag defines text that should be marked or highlighted</a:t>
            </a:r>
            <a:br>
              <a:rPr lang="en-US" sz="3200" dirty="0"/>
            </a:br>
            <a:r>
              <a:rPr lang="en-US" sz="3200" dirty="0"/>
              <a:t>Example:</a:t>
            </a:r>
            <a:br>
              <a:rPr lang="en-US" sz="3200" dirty="0"/>
            </a:br>
            <a:r>
              <a:rPr lang="en-US" sz="3200" dirty="0"/>
              <a:t>  &lt;p&gt;Do not forget to watch &lt;mark&gt;news&lt;/mark&gt;today&lt;/p&gt;</a:t>
            </a:r>
          </a:p>
          <a:p>
            <a:endParaRPr lang="en-US"/>
          </a:p>
          <a:p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050827795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AnalogousFromDarkSeedLeftStep">
      <a:dk1>
        <a:srgbClr val="000000"/>
      </a:dk1>
      <a:lt1>
        <a:srgbClr val="FFFFFF"/>
      </a:lt1>
      <a:dk2>
        <a:srgbClr val="1D332C"/>
      </a:dk2>
      <a:lt2>
        <a:srgbClr val="E8E8E2"/>
      </a:lt2>
      <a:accent1>
        <a:srgbClr val="4E4DC3"/>
      </a:accent1>
      <a:accent2>
        <a:srgbClr val="3B6BB1"/>
      </a:accent2>
      <a:accent3>
        <a:srgbClr val="4DAEC3"/>
      </a:accent3>
      <a:accent4>
        <a:srgbClr val="3BB195"/>
      </a:accent4>
      <a:accent5>
        <a:srgbClr val="48B86F"/>
      </a:accent5>
      <a:accent6>
        <a:srgbClr val="43B13B"/>
      </a:accent6>
      <a:hlink>
        <a:srgbClr val="319564"/>
      </a:hlink>
      <a:folHlink>
        <a:srgbClr val="7F7F7F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GlowVTI</vt:lpstr>
      <vt:lpstr>HTML semantic tags</vt:lpstr>
      <vt:lpstr> In HTML some semantic elements are used to define different parts web page we will learn about that.    1.Nav: It specifies a container for navigation links.  example: &lt;nav&gt; &lt;ul&gt; &lt;li&gt;&lt;a href="#"&gt;HTML&lt;/a&gt;&lt;/li&gt; &lt;li&gt;&lt;a href="#"&gt;CSS&lt;/a&gt;&lt;/li&gt; &lt;/ul&gt;&lt;/nav&gt; </vt:lpstr>
      <vt:lpstr>  2.Header: It represents a section in a document. &lt;header&gt;This is a header&lt;/header&gt;  3.Article  : It specifies an independent self-containing article. &lt;article class= "famous sports"&gt; &lt;h1&gt; football is most popular sport&lt;/h1&gt; &lt;/article&gt;  </vt:lpstr>
      <vt:lpstr>4. Section: It represents a section in a document. &lt;section&gt; &lt;h1&gt;footballers&lt;/h1&gt; &lt;p&gt;Lionel Messi is the best footballer in the world&lt;/p&gt; &lt;/section&gt;</vt:lpstr>
      <vt:lpstr>5.Footer: It specifies a footer for a section or for a document &lt;footer&gt; &lt;p&gt;Author: Mr. James Shelby&lt;/p&gt; &lt;/footer&gt; 6.Aside:It specifies a tag for content aside from main content (like a sidebar). &lt;aside&gt; &lt;p&gt; Delhi is the capital of India.&lt;/p&gt; &lt;/aside&gt;</vt:lpstr>
      <vt:lpstr>EXPLAINATION:         </vt:lpstr>
      <vt:lpstr>Some other semantic tags: 7. Details: Defines additional details that the user can view or hide. 8. Summary: Defines a visible heading for a &lt;details&gt; element example: &lt;details&gt;   &lt;summary&gt;Wrestling&lt;/summary&gt;   &lt;p&gt;Wrestling is the sport of fighting.&lt;/p&gt; &lt;/details&gt; 9. Mark: This tag defines text that should be marked or highlighted Example:   &lt;p&gt;Do not forget to watch &lt;mark&gt;news&lt;/mark&gt;today&lt;/p&gt;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295</cp:revision>
  <dcterms:created xsi:type="dcterms:W3CDTF">2021-07-28T19:13:56Z</dcterms:created>
  <dcterms:modified xsi:type="dcterms:W3CDTF">2021-07-29T07:04:25Z</dcterms:modified>
</cp:coreProperties>
</file>